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5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 flipH="1">
            <a:off x="971600" y="2420888"/>
            <a:ext cx="7920880" cy="439248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Тема: </a:t>
            </a:r>
            <a:r>
              <a:rPr lang="ru-RU" dirty="0"/>
              <a:t>«Система учета посещаемости и успеваемости студентов».</a:t>
            </a:r>
            <a:br>
              <a:rPr lang="ru-RU" dirty="0"/>
            </a:br>
            <a:endParaRPr lang="ru-RU" dirty="0" smtClean="0"/>
          </a:p>
          <a:p>
            <a:endParaRPr lang="ru-RU" dirty="0"/>
          </a:p>
          <a:p>
            <a:pPr algn="r"/>
            <a:endParaRPr lang="ru-RU" dirty="0"/>
          </a:p>
          <a:p>
            <a:pPr algn="r"/>
            <a:r>
              <a:rPr lang="ru-RU" dirty="0" smtClean="0"/>
              <a:t>Состав команды:</a:t>
            </a:r>
          </a:p>
          <a:p>
            <a:pPr algn="r"/>
            <a:r>
              <a:rPr lang="ru-RU" dirty="0" smtClean="0"/>
              <a:t>Колосов Семён</a:t>
            </a:r>
          </a:p>
          <a:p>
            <a:pPr algn="r"/>
            <a:r>
              <a:rPr lang="ru-RU" dirty="0" smtClean="0"/>
              <a:t>Кузнецов Илья </a:t>
            </a:r>
          </a:p>
          <a:p>
            <a:pPr algn="r"/>
            <a:r>
              <a:rPr lang="ru-RU" dirty="0" smtClean="0"/>
              <a:t> Рюмин Захар</a:t>
            </a:r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г. Череповец,</a:t>
            </a:r>
          </a:p>
          <a:p>
            <a:r>
              <a:rPr lang="ru-RU" dirty="0" smtClean="0"/>
              <a:t>2024 г.</a:t>
            </a:r>
          </a:p>
          <a:p>
            <a:endParaRPr lang="ru-RU" dirty="0"/>
          </a:p>
          <a:p>
            <a:endParaRPr lang="ru-RU" dirty="0" smtClean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332656"/>
            <a:ext cx="7772400" cy="1152128"/>
          </a:xfrm>
        </p:spPr>
        <p:txBody>
          <a:bodyPr>
            <a:normAutofit/>
          </a:bodyPr>
          <a:lstStyle/>
          <a:p>
            <a:r>
              <a:rPr lang="ru-RU" sz="2000" b="1" dirty="0" smtClean="0"/>
              <a:t>Учреждение: череповецкий государственный университет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34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924800" cy="1143000"/>
          </a:xfrm>
        </p:spPr>
        <p:txBody>
          <a:bodyPr/>
          <a:lstStyle/>
          <a:p>
            <a:pPr algn="ctr"/>
            <a:r>
              <a:rPr lang="ru-RU" dirty="0" smtClean="0"/>
              <a:t>Анализ конкурентов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190006"/>
            <a:ext cx="8195826" cy="29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0713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Логотип проекта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699404"/>
            <a:ext cx="4104455" cy="394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043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39" y="-171400"/>
            <a:ext cx="7924800" cy="1143000"/>
          </a:xfrm>
        </p:spPr>
        <p:txBody>
          <a:bodyPr/>
          <a:lstStyle/>
          <a:p>
            <a:pPr algn="ctr"/>
            <a:r>
              <a:rPr lang="ru-RU" dirty="0" smtClean="0"/>
              <a:t>Диаграмма </a:t>
            </a:r>
            <a:r>
              <a:rPr lang="ru-RU" dirty="0" err="1" smtClean="0"/>
              <a:t>ганта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627348" y="4437112"/>
            <a:ext cx="7924800" cy="379816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Участники:</a:t>
            </a:r>
            <a:endParaRPr lang="ru-RU" dirty="0"/>
          </a:p>
          <a:p>
            <a:r>
              <a:rPr lang="ru-RU" dirty="0" smtClean="0"/>
              <a:t>Колосов С.: </a:t>
            </a:r>
            <a:r>
              <a:rPr lang="ru-RU" dirty="0"/>
              <a:t>Планирование, анализ требований, координация.</a:t>
            </a:r>
          </a:p>
          <a:p>
            <a:r>
              <a:rPr lang="ru-RU" dirty="0" smtClean="0"/>
              <a:t>Кузнецов И.: </a:t>
            </a:r>
            <a:r>
              <a:rPr lang="ru-RU" dirty="0"/>
              <a:t>Проектирование, разработка, тестирование.</a:t>
            </a:r>
          </a:p>
          <a:p>
            <a:r>
              <a:rPr lang="ru-RU" dirty="0" smtClean="0"/>
              <a:t>Рюмин З.: </a:t>
            </a:r>
            <a:r>
              <a:rPr lang="ru-RU" dirty="0"/>
              <a:t>Дизайн, визуализация, поддержка.</a:t>
            </a:r>
          </a:p>
          <a:p>
            <a:endParaRPr lang="ru-RU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00808"/>
            <a:ext cx="8768605" cy="2203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984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оризонт">
  <a:themeElements>
    <a:clrScheme name="Горизонт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Горизонт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Горизонт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198</TotalTime>
  <Words>51</Words>
  <Application>Microsoft Office PowerPoint</Application>
  <PresentationFormat>Экран (4:3)</PresentationFormat>
  <Paragraphs>19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Горизонт</vt:lpstr>
      <vt:lpstr>Учреждение: череповецкий государственный университет</vt:lpstr>
      <vt:lpstr>Анализ конкурентов</vt:lpstr>
      <vt:lpstr>Логотип проекта</vt:lpstr>
      <vt:lpstr>Диаграмма ганта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бюджетное профессиональное образовательное учреждение  череповецкий лесомеханический техникум им. В.П. Чкалова </dc:title>
  <dc:creator>user</dc:creator>
  <cp:lastModifiedBy>user</cp:lastModifiedBy>
  <cp:revision>19</cp:revision>
  <dcterms:created xsi:type="dcterms:W3CDTF">2025-10-07T09:54:47Z</dcterms:created>
  <dcterms:modified xsi:type="dcterms:W3CDTF">2025-10-09T14:08:06Z</dcterms:modified>
</cp:coreProperties>
</file>